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19/11/2025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19/11/2025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19/11/2025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19/11/2025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278426618"/>
              </p:ext>
            </p:extLst>
          </p:nvPr>
        </p:nvGraphicFramePr>
        <p:xfrm>
          <a:off x="505330" y="2622541"/>
          <a:ext cx="11232490" cy="3160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533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5065349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289779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79088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272035">
                <a:tc>
                  <a:txBody>
                    <a:bodyPr/>
                    <a:lstStyle/>
                    <a:p>
                      <a:pPr lvl="0"/>
                      <a:r>
                        <a:rPr lang="es-MX" sz="1600" dirty="0"/>
                        <a:t>A</a:t>
                      </a:r>
                      <a:r>
                        <a:rPr lang="es-PE" sz="1600" dirty="0" err="1"/>
                        <a:t>lvaro</a:t>
                      </a:r>
                      <a:r>
                        <a:rPr lang="es-PE" sz="1600" dirty="0"/>
                        <a:t> Caballero </a:t>
                      </a:r>
                      <a:r>
                        <a:rPr lang="es-PE" sz="1600" dirty="0" err="1"/>
                        <a:t>Yoplac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SI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  <a:tr h="511908">
                <a:tc>
                  <a:txBody>
                    <a:bodyPr/>
                    <a:lstStyle/>
                    <a:p>
                      <a:pPr lvl="0"/>
                      <a:r>
                        <a:rPr lang="es-MX" sz="1600" dirty="0"/>
                        <a:t>Jefferson Daniel </a:t>
                      </a:r>
                      <a:r>
                        <a:rPr lang="es-MX" sz="1600" dirty="0" err="1"/>
                        <a:t>Añanka</a:t>
                      </a:r>
                      <a:r>
                        <a:rPr lang="es-MX" sz="1600" dirty="0"/>
                        <a:t> Risco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/>
                        <a:t>100%</a:t>
                      </a:r>
                    </a:p>
                    <a:p>
                      <a:pPr algn="ctr"/>
                      <a:endParaRPr lang="es-PE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  <a:p>
                      <a:pPr algn="l"/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3524749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106793615"/>
                  </a:ext>
                </a:extLst>
              </a:tr>
              <a:tr h="504610">
                <a:tc>
                  <a:txBody>
                    <a:bodyPr/>
                    <a:lstStyle/>
                    <a:p>
                      <a:pPr lvl="0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>
                        <a:solidFill>
                          <a:srgbClr val="FF0000"/>
                        </a:solidFill>
                      </a:endParaRP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186962412"/>
                  </a:ext>
                </a:extLst>
              </a:tr>
              <a:tr h="272035">
                <a:tc>
                  <a:txBody>
                    <a:bodyPr/>
                    <a:lstStyle/>
                    <a:p>
                      <a:pPr lvl="0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75158255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118925"/>
              </p:ext>
            </p:extLst>
          </p:nvPr>
        </p:nvGraphicFramePr>
        <p:xfrm>
          <a:off x="498835" y="134997"/>
          <a:ext cx="11232490" cy="23774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853965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8378525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49265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 (LO COMPLETAN TODOS, ASÍ SE HAGA EL TRABAJO EN FORMA INDIVIDUAL).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49265">
                <a:tc>
                  <a:txBody>
                    <a:bodyPr/>
                    <a:lstStyle/>
                    <a:p>
                      <a:r>
                        <a:rPr lang="es-ES" dirty="0"/>
                        <a:t>Número de NRC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44003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49265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Restaurante “</a:t>
                      </a:r>
                      <a:r>
                        <a:rPr lang="es-ES" dirty="0" err="1"/>
                        <a:t>Dely</a:t>
                      </a:r>
                      <a:r>
                        <a:rPr lang="es-ES" dirty="0"/>
                        <a:t> fusión”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623163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http://preview.themeforest.net/item/restaurent-food-landing-page/full_screen_preview/33223432</a:t>
                      </a:r>
                    </a:p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324684">
                <a:tc>
                  <a:txBody>
                    <a:bodyPr/>
                    <a:lstStyle/>
                    <a:p>
                      <a:r>
                        <a:rPr lang="es-ES" dirty="0"/>
                        <a:t>URL de hosting gratuito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https://apf3-delyfusion.netlify.app/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7F0F2C9-69A5-4950-BA3E-5E97D6DE31B8}"/>
              </a:ext>
            </a:extLst>
          </p:cNvPr>
          <p:cNvSpPr txBox="1"/>
          <p:nvPr/>
        </p:nvSpPr>
        <p:spPr>
          <a:xfrm>
            <a:off x="374904" y="6177390"/>
            <a:ext cx="11356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C00000"/>
                </a:solidFill>
              </a:rPr>
              <a:t>DATOS DE EJEMPLO – REEMPLAZARLOS CON LA INFORMACIÓN DEL GRUPO Y SUS INTEGRANTES</a:t>
            </a:r>
          </a:p>
        </p:txBody>
      </p:sp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actividad PA.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endParaRPr lang="es-P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152</Words>
  <Application>Microsoft Office PowerPoint</Application>
  <PresentationFormat>Panorámica</PresentationFormat>
  <Paragraphs>23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INFORME DE INCIDENCIAS (Opcional):  En la siguiente caja de texto informe sobre cualquier incidencia ocurrida en el desarrollo de la actividad PA.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Leonardo Caballero</cp:lastModifiedBy>
  <cp:revision>25</cp:revision>
  <dcterms:created xsi:type="dcterms:W3CDTF">2022-09-09T21:19:54Z</dcterms:created>
  <dcterms:modified xsi:type="dcterms:W3CDTF">2025-11-20T00:48:32Z</dcterms:modified>
</cp:coreProperties>
</file>